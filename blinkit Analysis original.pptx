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4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00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75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45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00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82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46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0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26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51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8389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925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7763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912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679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0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E03FC-5C4B-4CEF-A207-16495BAE762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2E5D73-9C7F-401A-892E-19D28E3C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01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5768-BE19-6246-10C6-4B308714B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756" y="816076"/>
            <a:ext cx="8780206" cy="963507"/>
          </a:xfrm>
        </p:spPr>
        <p:txBody>
          <a:bodyPr/>
          <a:lstStyle/>
          <a:p>
            <a:pPr algn="ctr"/>
            <a:r>
              <a:rPr lang="en-IN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dirty="0">
                <a:solidFill>
                  <a:srgbClr val="F4EA2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dirty="0">
              <a:solidFill>
                <a:srgbClr val="F4EA2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1FBE5-E367-F200-3F0A-5C16614BC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756" y="4945025"/>
            <a:ext cx="8780206" cy="109689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	</a:t>
            </a:r>
            <a:r>
              <a:rPr lang="en-IN" sz="1900" dirty="0">
                <a:solidFill>
                  <a:schemeClr val="tx1"/>
                </a:solidFill>
              </a:rPr>
              <a:t>ALAN BIJU MATHEW</a:t>
            </a:r>
          </a:p>
          <a:p>
            <a:r>
              <a:rPr lang="en-IN" sz="1900" dirty="0">
                <a:solidFill>
                  <a:schemeClr val="tx1"/>
                </a:solidFill>
              </a:rPr>
              <a:t>DATA SCIENCE</a:t>
            </a:r>
          </a:p>
          <a:p>
            <a:r>
              <a:rPr lang="en-IN" sz="1900" dirty="0">
                <a:solidFill>
                  <a:schemeClr val="tx1"/>
                </a:solidFill>
              </a:rPr>
              <a:t>TECHOLAS TECHNOLOGIES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B49086-3BAE-202E-2806-E450F3290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7" y="-27"/>
            <a:ext cx="1297856" cy="12978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8946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FB27-ECC3-7290-1F96-C1BF3AE6E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82341"/>
            <a:ext cx="8732137" cy="668594"/>
          </a:xfrm>
        </p:spPr>
        <p:txBody>
          <a:bodyPr>
            <a:normAutofit/>
          </a:bodyPr>
          <a:lstStyle/>
          <a:p>
            <a:pPr algn="ctr"/>
            <a:r>
              <a:rPr lang="en-IN" sz="30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C124B-C685-05BC-2559-1241E9373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150935"/>
            <a:ext cx="8732137" cy="1346459"/>
          </a:xfrm>
        </p:spPr>
        <p:txBody>
          <a:bodyPr>
            <a:normAutofit/>
          </a:bodyPr>
          <a:lstStyle/>
          <a:p>
            <a:r>
              <a:rPr lang="en-US" sz="2000" dirty="0" err="1"/>
              <a:t>blinkit</a:t>
            </a:r>
            <a:r>
              <a:rPr lang="en-US" sz="2000" dirty="0"/>
              <a:t> is an online grocery delivery platform </a:t>
            </a:r>
          </a:p>
          <a:p>
            <a:r>
              <a:rPr lang="en-US" sz="2000" dirty="0"/>
              <a:t>The project analyzes sales and performance data </a:t>
            </a:r>
          </a:p>
          <a:p>
            <a:r>
              <a:rPr lang="en-US" sz="2000" dirty="0"/>
              <a:t>Goal: Understand customer behavior and business trends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DB46F-40A9-21B4-4FFD-A654BB012030}"/>
              </a:ext>
            </a:extLst>
          </p:cNvPr>
          <p:cNvSpPr txBox="1"/>
          <p:nvPr/>
        </p:nvSpPr>
        <p:spPr>
          <a:xfrm>
            <a:off x="677332" y="2875002"/>
            <a:ext cx="87321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EB5F8-FCB5-9DED-B2C7-F30A4DE37B85}"/>
              </a:ext>
            </a:extLst>
          </p:cNvPr>
          <p:cNvSpPr txBox="1"/>
          <p:nvPr/>
        </p:nvSpPr>
        <p:spPr>
          <a:xfrm>
            <a:off x="677331" y="3806608"/>
            <a:ext cx="8732137" cy="1882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Analyze sales performance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Identify top-selling products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Understand customer preferences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Improve business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078582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8ED5-3F37-AF96-AA6F-5EB9E20B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85136"/>
            <a:ext cx="8771466" cy="589935"/>
          </a:xfrm>
        </p:spPr>
        <p:txBody>
          <a:bodyPr>
            <a:normAutofit/>
          </a:bodyPr>
          <a:lstStyle/>
          <a:p>
            <a:pPr algn="ctr"/>
            <a:r>
              <a:rPr lang="en-IN" sz="3000" dirty="0"/>
              <a:t>Dataset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637D11-D9ED-C729-DF62-E5EA89BE0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899748"/>
            <a:ext cx="8771466" cy="281202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Dataset Name: </a:t>
            </a:r>
            <a:r>
              <a:rPr lang="en-US" sz="2000" dirty="0" err="1"/>
              <a:t>BlinkIT</a:t>
            </a:r>
            <a:r>
              <a:rPr lang="en-US" sz="2000" dirty="0"/>
              <a:t> Grocery Data</a:t>
            </a:r>
          </a:p>
          <a:p>
            <a:r>
              <a:rPr lang="en-US" sz="2000" dirty="0"/>
              <a:t>Contains product, sales, outlet, and customer data</a:t>
            </a:r>
          </a:p>
          <a:p>
            <a:r>
              <a:rPr lang="en-IN" sz="2000" dirty="0"/>
              <a:t>Includes multiple features like:</a:t>
            </a:r>
          </a:p>
          <a:p>
            <a:r>
              <a:rPr lang="en-IN" sz="2000" dirty="0"/>
              <a:t>Item Type</a:t>
            </a:r>
          </a:p>
          <a:p>
            <a:r>
              <a:rPr lang="en-IN" sz="2000" dirty="0"/>
              <a:t>Sales</a:t>
            </a:r>
          </a:p>
          <a:p>
            <a:r>
              <a:rPr lang="en-IN" sz="2000" dirty="0"/>
              <a:t>Outlet Type</a:t>
            </a:r>
          </a:p>
          <a:p>
            <a:r>
              <a:rPr lang="en-IN" sz="2000" dirty="0"/>
              <a:t>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B34B4-4819-B51A-15CA-E8D636D7D9A3}"/>
              </a:ext>
            </a:extLst>
          </p:cNvPr>
          <p:cNvSpPr txBox="1"/>
          <p:nvPr/>
        </p:nvSpPr>
        <p:spPr>
          <a:xfrm>
            <a:off x="677333" y="3864081"/>
            <a:ext cx="87714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1"/>
                </a:solidFill>
              </a:rPr>
              <a:t>KPI Requirements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2B801D69-5AA9-9910-F38E-641742BCB51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7333" y="4418079"/>
            <a:ext cx="8771466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 </a:t>
            </a:r>
          </a:p>
        </p:txBody>
      </p:sp>
    </p:spTree>
    <p:extLst>
      <p:ext uri="{BB962C8B-B14F-4D97-AF65-F5344CB8AC3E}">
        <p14:creationId xmlns:p14="http://schemas.microsoft.com/office/powerpoint/2010/main" val="2857765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6E51-7406-B9F2-77AD-50E2BBEB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2" y="181967"/>
            <a:ext cx="8878529" cy="52322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dirty="0"/>
              <a:t>Tools Used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49B8C-153C-8F67-815A-EF7C5D383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04" y="836015"/>
            <a:ext cx="8878530" cy="869028"/>
          </a:xfrm>
        </p:spPr>
        <p:txBody>
          <a:bodyPr/>
          <a:lstStyle/>
          <a:p>
            <a:r>
              <a:rPr lang="en-IN" sz="2000" dirty="0"/>
              <a:t>Power BI </a:t>
            </a:r>
          </a:p>
          <a:p>
            <a:r>
              <a:rPr lang="en-IN" sz="2000" dirty="0"/>
              <a:t>Excel 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55752-233C-022C-CD70-06952B4A6B9E}"/>
              </a:ext>
            </a:extLst>
          </p:cNvPr>
          <p:cNvSpPr txBox="1"/>
          <p:nvPr/>
        </p:nvSpPr>
        <p:spPr>
          <a:xfrm>
            <a:off x="491604" y="1835872"/>
            <a:ext cx="8878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1"/>
                </a:solidFill>
              </a:rPr>
              <a:t>Granular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46536-7F26-41DD-A8A8-81D6A25C0382}"/>
              </a:ext>
            </a:extLst>
          </p:cNvPr>
          <p:cNvSpPr txBox="1"/>
          <p:nvPr/>
        </p:nvSpPr>
        <p:spPr>
          <a:xfrm>
            <a:off x="491605" y="2557499"/>
            <a:ext cx="887853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1. Total Sales by Fat Content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Analyze the impact of fat content on total sales.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2. Total Sales by Item Type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			terms of total sales.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3. Fat Content by Outlet for Total Sales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					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4. Total Sales by Outlet Establishment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	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			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703453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FCBC-E4F6-BD72-DC52-494D049DA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7" y="275304"/>
            <a:ext cx="8858864" cy="619432"/>
          </a:xfrm>
        </p:spPr>
        <p:txBody>
          <a:bodyPr>
            <a:normAutofit/>
          </a:bodyPr>
          <a:lstStyle/>
          <a:p>
            <a:pPr algn="ctr"/>
            <a:r>
              <a:rPr lang="en-IN" sz="3000" dirty="0"/>
              <a:t>Chart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CFD59-6081-86E5-FA7F-470C8C00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7" y="894736"/>
            <a:ext cx="8858864" cy="5063612"/>
          </a:xfrm>
        </p:spPr>
        <p:txBody>
          <a:bodyPr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Percentage of Sales by Outlet Size: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		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Sales by Outlet Location: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			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 All Metrics by Outlet Type: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			(Total Sales, Average Sales, Number of Items, Average Rating) 		broken down by different outlet types.</a:t>
            </a:r>
          </a:p>
        </p:txBody>
      </p:sp>
    </p:spTree>
    <p:extLst>
      <p:ext uri="{BB962C8B-B14F-4D97-AF65-F5344CB8AC3E}">
        <p14:creationId xmlns:p14="http://schemas.microsoft.com/office/powerpoint/2010/main" val="3240721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C4B0-7A05-80D8-0AAB-3A003661A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1058"/>
            <a:ext cx="8596668" cy="658761"/>
          </a:xfrm>
        </p:spPr>
        <p:txBody>
          <a:bodyPr>
            <a:normAutofit/>
          </a:bodyPr>
          <a:lstStyle/>
          <a:p>
            <a:pPr algn="ctr"/>
            <a:r>
              <a:rPr lang="en-IN" sz="3000" dirty="0"/>
              <a:t>Sales 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8C50F-D887-9432-B10F-EF24A305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889819"/>
            <a:ext cx="8596667" cy="528975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Analysis Categories</a:t>
            </a:r>
          </a:p>
          <a:p>
            <a:r>
              <a:rPr lang="en-US" sz="2200" b="1" dirty="0"/>
              <a:t>Sales by Item Type:</a:t>
            </a:r>
            <a:br>
              <a:rPr lang="en-US" sz="2200" dirty="0"/>
            </a:br>
            <a:r>
              <a:rPr lang="en-US" sz="2200" dirty="0"/>
              <a:t>Displays total sales across different product categories such as Fruits, Snacks, and Dairy </a:t>
            </a:r>
          </a:p>
          <a:p>
            <a:r>
              <a:rPr lang="en-US" sz="2200" b="1" dirty="0"/>
              <a:t>Sales by Fat Content:</a:t>
            </a:r>
            <a:br>
              <a:rPr lang="en-US" sz="2200" dirty="0"/>
            </a:br>
            <a:r>
              <a:rPr lang="en-US" sz="2200" dirty="0"/>
              <a:t>Compares sales between Low Fat and Regular items </a:t>
            </a:r>
          </a:p>
          <a:p>
            <a:r>
              <a:rPr lang="en-US" sz="2200" b="1" dirty="0"/>
              <a:t>Sales by Outlet Size:</a:t>
            </a:r>
            <a:br>
              <a:rPr lang="en-US" sz="2200" dirty="0"/>
            </a:br>
            <a:r>
              <a:rPr lang="en-US" sz="2200" dirty="0"/>
              <a:t>Shows sales distribution among Small, Medium, and Large outlets </a:t>
            </a:r>
          </a:p>
          <a:p>
            <a:r>
              <a:rPr lang="en-US" sz="2200" b="1" dirty="0"/>
              <a:t>Sales by Location:</a:t>
            </a:r>
            <a:br>
              <a:rPr lang="en-US" sz="2200" dirty="0"/>
            </a:br>
            <a:r>
              <a:rPr lang="en-US" sz="2200" dirty="0"/>
              <a:t>Represents sales across Tier 1, Tier 2, and Tier 3 cities</a:t>
            </a:r>
          </a:p>
          <a:p>
            <a:pPr marL="0" indent="0">
              <a:buNone/>
            </a:pPr>
            <a:r>
              <a:rPr lang="en-US" sz="2200" b="1" dirty="0"/>
              <a:t>			Tier 1</a:t>
            </a:r>
            <a:r>
              <a:rPr lang="en-US" sz="2200" dirty="0"/>
              <a:t> → Large / Metro cities </a:t>
            </a:r>
          </a:p>
          <a:p>
            <a:pPr marL="0" indent="0">
              <a:buNone/>
            </a:pPr>
            <a:r>
              <a:rPr lang="en-US" sz="2200" b="1" dirty="0"/>
              <a:t>			Tier 2</a:t>
            </a:r>
            <a:r>
              <a:rPr lang="en-US" sz="2200" dirty="0"/>
              <a:t> → Medium-sized cities </a:t>
            </a:r>
          </a:p>
          <a:p>
            <a:pPr marL="0" indent="0">
              <a:buNone/>
            </a:pPr>
            <a:r>
              <a:rPr lang="en-US" sz="2200" b="1" dirty="0"/>
              <a:t>			Tier 3</a:t>
            </a:r>
            <a:r>
              <a:rPr lang="en-US" sz="2200" dirty="0"/>
              <a:t> → Small towns / rural areas </a:t>
            </a:r>
          </a:p>
          <a:p>
            <a:r>
              <a:rPr lang="en-US" sz="2200" b="1" dirty="0"/>
              <a:t>Sales by Outlet Type:</a:t>
            </a:r>
            <a:br>
              <a:rPr lang="en-US" sz="2200" dirty="0"/>
            </a:br>
            <a:r>
              <a:rPr lang="en-US" sz="2200" dirty="0"/>
              <a:t>Compares performance of Supermarkets and Grocery Stores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281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FB00-DD6C-9703-75D6-25AD6296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6032"/>
            <a:ext cx="8596668" cy="550606"/>
          </a:xfrm>
        </p:spPr>
        <p:txBody>
          <a:bodyPr>
            <a:normAutofit/>
          </a:bodyPr>
          <a:lstStyle/>
          <a:p>
            <a:pPr algn="ctr"/>
            <a:r>
              <a:rPr lang="en-IN" sz="3000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BA7F4-3D56-661C-7558-26E7AD3F1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6638"/>
            <a:ext cx="8596668" cy="22903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Focus on high-demand items</a:t>
            </a:r>
            <a:r>
              <a:rPr lang="en-US" sz="2000" dirty="0"/>
              <a:t> to increase sales and revenue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Improve low-performing outlets</a:t>
            </a:r>
            <a:r>
              <a:rPr lang="en-US" sz="2000" dirty="0"/>
              <a:t> using better strategies and marketing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Target high-performing locations</a:t>
            </a:r>
            <a:r>
              <a:rPr lang="en-US" sz="2000" dirty="0"/>
              <a:t> for business expansion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7E1F8-5CA0-AD8D-48CB-4DE59A73A212}"/>
              </a:ext>
            </a:extLst>
          </p:cNvPr>
          <p:cNvSpPr txBox="1"/>
          <p:nvPr/>
        </p:nvSpPr>
        <p:spPr>
          <a:xfrm>
            <a:off x="677334" y="3106993"/>
            <a:ext cx="8596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FE0B9B-EE66-3323-469F-FCEF3AB6C3D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7334" y="3657599"/>
            <a:ext cx="8596668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simplifies complex data into visual insights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better and faster decision making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clear understanding of sales performance and trends </a:t>
            </a:r>
          </a:p>
        </p:txBody>
      </p:sp>
    </p:spTree>
    <p:extLst>
      <p:ext uri="{BB962C8B-B14F-4D97-AF65-F5344CB8AC3E}">
        <p14:creationId xmlns:p14="http://schemas.microsoft.com/office/powerpoint/2010/main" val="2233788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82A8-EA88-1805-94C4-7AD6F802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3203"/>
            <a:ext cx="12192000" cy="1033208"/>
          </a:xfrm>
        </p:spPr>
        <p:txBody>
          <a:bodyPr>
            <a:normAutofit/>
          </a:bodyPr>
          <a:lstStyle/>
          <a:p>
            <a:pPr algn="ctr"/>
            <a:r>
              <a:rPr lang="en-IN" sz="6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AD27D-9925-5B66-AEEA-106565AA0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0684"/>
            <a:ext cx="12192000" cy="35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56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96</TotalTime>
  <Words>461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Segoe UI Black</vt:lpstr>
      <vt:lpstr>Trebuchet MS</vt:lpstr>
      <vt:lpstr>Wingdings</vt:lpstr>
      <vt:lpstr>Wingdings 3</vt:lpstr>
      <vt:lpstr>Facet</vt:lpstr>
      <vt:lpstr>blinkit Analysis</vt:lpstr>
      <vt:lpstr>INTRODUCTION</vt:lpstr>
      <vt:lpstr>Dataset Overview</vt:lpstr>
      <vt:lpstr>Tools Used </vt:lpstr>
      <vt:lpstr>Chart Requirements</vt:lpstr>
      <vt:lpstr>Sales Analysis Overview</vt:lpstr>
      <vt:lpstr>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BIJU</dc:creator>
  <cp:lastModifiedBy>ALAN BIJU</cp:lastModifiedBy>
  <cp:revision>1</cp:revision>
  <dcterms:created xsi:type="dcterms:W3CDTF">2026-03-31T16:23:01Z</dcterms:created>
  <dcterms:modified xsi:type="dcterms:W3CDTF">2026-03-31T17:59:08Z</dcterms:modified>
</cp:coreProperties>
</file>